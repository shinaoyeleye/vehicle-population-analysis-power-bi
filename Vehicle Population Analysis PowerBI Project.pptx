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62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1444"/>
            <a:ext cx="7772400" cy="4428641"/>
          </a:xfrm>
        </p:spPr>
        <p:txBody>
          <a:bodyPr/>
          <a:lstStyle/>
          <a:p>
            <a:r>
              <a:rPr dirty="0" err="1"/>
              <a:t>Dashboard</a:t>
            </a:r>
            <a:r>
              <a:rPr lang="en-US" dirty="0" err="1"/>
              <a:t>cccc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0122" y="4940085"/>
            <a:ext cx="6400800" cy="17526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Data Analytics Project</a:t>
            </a:r>
          </a:p>
          <a:p>
            <a:r>
              <a:rPr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Shina </a:t>
            </a:r>
            <a:r>
              <a:rPr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Oyeleye</a:t>
            </a:r>
            <a:endParaRPr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2B5D57-07B7-49A9-AA05-8909D62E2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122" y="511444"/>
            <a:ext cx="6873498" cy="40296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8ED3B74-1256-49CA-86FB-ABADEEC7BD2B}"/>
              </a:ext>
            </a:extLst>
          </p:cNvPr>
          <p:cNvSpPr/>
          <p:nvPr/>
        </p:nvSpPr>
        <p:spPr>
          <a:xfrm>
            <a:off x="2789694" y="701375"/>
            <a:ext cx="3564611" cy="140639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Vehicle Population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vehicle population statistics across regions to understand transportation patterns, ownership distribution, and usage trends using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Identify regions with highest and lowest vehicle populations</a:t>
            </a:r>
          </a:p>
          <a:p>
            <a:pPr marL="0" indent="0">
              <a:buNone/>
            </a:pPr>
            <a:r>
              <a:rPr dirty="0"/>
              <a:t>• Determine dominant vehicle types by region</a:t>
            </a:r>
          </a:p>
          <a:p>
            <a:pPr marL="0" indent="0">
              <a:buNone/>
            </a:pPr>
            <a:r>
              <a:rPr dirty="0"/>
              <a:t>• Compare two-wheelers vs four-wheelers</a:t>
            </a:r>
          </a:p>
          <a:p>
            <a:pPr marL="0" indent="0">
              <a:buNone/>
            </a:pPr>
            <a:r>
              <a:rPr dirty="0"/>
              <a:t>• Analyze commercial vs private vehicle usage</a:t>
            </a:r>
          </a:p>
          <a:p>
            <a:pPr marL="0" indent="0">
              <a:buNone/>
            </a:pPr>
            <a:r>
              <a:rPr dirty="0"/>
              <a:t>• Build an interactive analytical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cleaning and transformation using Power Query</a:t>
            </a:r>
          </a:p>
          <a:p>
            <a:pPr marL="0" indent="0">
              <a:buNone/>
            </a:pPr>
            <a:r>
              <a:rPr dirty="0"/>
              <a:t>• Reshaped dataset into analysis-ready format</a:t>
            </a:r>
          </a:p>
          <a:p>
            <a:pPr marL="0" indent="0">
              <a:buNone/>
            </a:pPr>
            <a:r>
              <a:rPr dirty="0"/>
              <a:t>• Created DAX measures for KPIs</a:t>
            </a:r>
          </a:p>
          <a:p>
            <a:pPr marL="0" indent="0">
              <a:buNone/>
            </a:pPr>
            <a:r>
              <a:rPr dirty="0"/>
              <a:t>• Designed visuals and interactions in 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1. Vehicle population varies significantly by region</a:t>
            </a:r>
          </a:p>
          <a:p>
            <a:pPr marL="0" indent="0">
              <a:buNone/>
            </a:pPr>
            <a:r>
              <a:rPr dirty="0"/>
              <a:t>2. Two-wheelers are the most common vehicle category</a:t>
            </a:r>
          </a:p>
          <a:p>
            <a:pPr marL="0" indent="0">
              <a:buNone/>
            </a:pPr>
            <a:r>
              <a:rPr dirty="0"/>
              <a:t>3. Four-wheelers are concentrated in urban regions</a:t>
            </a:r>
          </a:p>
          <a:p>
            <a:pPr marL="0" indent="0">
              <a:buNone/>
            </a:pPr>
            <a:r>
              <a:rPr dirty="0"/>
              <a:t>4. Private vehicles dominate overall ownership</a:t>
            </a:r>
          </a:p>
          <a:p>
            <a:pPr marL="0" indent="0">
              <a:buNone/>
            </a:pPr>
            <a:r>
              <a:rPr dirty="0"/>
              <a:t>5. Commercial vehicles are clustered in economic hubs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KPI Cards for key metrics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Clustered and stacked charts</a:t>
            </a:r>
          </a:p>
          <a:p>
            <a:pPr marL="0" indent="0">
              <a:buNone/>
            </a:pPr>
            <a:r>
              <a:rPr dirty="0"/>
              <a:t>• Donut charts for comparisons</a:t>
            </a:r>
          </a:p>
          <a:p>
            <a:pPr marL="0" indent="0">
              <a:buNone/>
            </a:pPr>
            <a:r>
              <a:rPr dirty="0"/>
              <a:t>• Slicers for region and vehicle type</a:t>
            </a:r>
          </a:p>
          <a:p>
            <a:pPr marL="0" indent="0">
              <a:buNone/>
            </a:pPr>
            <a:r>
              <a:rPr dirty="0"/>
              <a:t>• Supporting data tables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D5EB7-2252-4A6F-BDD3-1FE73AB18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Power BI Dashboard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29DC84B-AC83-4ED9-AEFA-74CA81CE4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396" y="1600200"/>
            <a:ext cx="7408189" cy="4525963"/>
          </a:xfrm>
        </p:spPr>
      </p:pic>
    </p:spTree>
    <p:extLst>
      <p:ext uri="{BB962C8B-B14F-4D97-AF65-F5344CB8AC3E}">
        <p14:creationId xmlns:p14="http://schemas.microsoft.com/office/powerpoint/2010/main" val="4108761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Microsoft Power BI</a:t>
            </a:r>
          </a:p>
          <a:p>
            <a:pPr marL="0" indent="0">
              <a:buNone/>
            </a:pPr>
            <a:r>
              <a:rPr dirty="0"/>
              <a:t>• Microsoft Excel</a:t>
            </a:r>
          </a:p>
          <a:p>
            <a:pPr marL="0" indent="0">
              <a:buNone/>
            </a:pPr>
            <a:r>
              <a:rPr dirty="0"/>
              <a:t>• Power Query &amp; DAX</a:t>
            </a:r>
          </a:p>
          <a:p>
            <a:pPr marL="0" indent="0">
              <a:buNone/>
            </a:pPr>
            <a:r>
              <a:rPr dirty="0"/>
              <a:t>• Microsoft PowerPoint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This project demonstrates how Power BI can transform raw data into meaningful insights to support data-driven decision-making.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Let’s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am actively seeking Data Analyst / Business Intelligence roles.</a:t>
            </a:r>
          </a:p>
          <a:p>
            <a:r>
              <a:t>Let’s connect to collaborate on data-driven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238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Arial</vt:lpstr>
      <vt:lpstr>Calibri</vt:lpstr>
      <vt:lpstr>Times New Roman</vt:lpstr>
      <vt:lpstr>Office Theme</vt:lpstr>
      <vt:lpstr>Dashboardcccc</vt:lpstr>
      <vt:lpstr>Project Overview</vt:lpstr>
      <vt:lpstr>Project Objectives</vt:lpstr>
      <vt:lpstr>Data &amp; Methodology</vt:lpstr>
      <vt:lpstr>Key Insights</vt:lpstr>
      <vt:lpstr>Dashboard Features</vt:lpstr>
      <vt:lpstr>Interactive Power BI Dashboard</vt:lpstr>
      <vt:lpstr>Tools Used</vt:lpstr>
      <vt:lpstr>Conclusion</vt:lpstr>
      <vt:lpstr>Let’s Connect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Population Analysis Dashboard</dc:title>
  <dc:subject/>
  <dc:creator>user</dc:creator>
  <cp:keywords/>
  <dc:description>generated using python-pptx</dc:description>
  <cp:lastModifiedBy>user</cp:lastModifiedBy>
  <cp:revision>10</cp:revision>
  <dcterms:created xsi:type="dcterms:W3CDTF">2013-01-27T09:14:16Z</dcterms:created>
  <dcterms:modified xsi:type="dcterms:W3CDTF">2026-01-09T21:26:26Z</dcterms:modified>
  <cp:category/>
</cp:coreProperties>
</file>